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Facts found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EAF2F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B8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8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6B8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Periscope</c:v>
                  </c:pt>
                  <c:pt idx="1">
                    <c:v>ChatGPT Astra (browsing)</c:v>
                  </c:pt>
                  <c:pt idx="2">
                    <c:v>Claude Opus 4.8 + fetch</c:v>
                  </c:pt>
                  <c:pt idx="3">
                    <c:v>Claude Opus + Parallel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38</c:v>
                </c:pt>
                <c:pt idx="2">
                  <c:v>22</c:v>
                </c:pt>
                <c:pt idx="3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500" u="none">
                  <a:solidFill>
                    <a:srgbClr val="EAF2F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AF2F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research tool reads what a website serves. Periscope reads what it hides. We are a competitive-intelligence super-parser built entirely on Steel's cloud browsers. In four minutes I'll show you the problem, our stack, a live run, and a benchmark where we beat frontier models on the same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page shows a person far more than it hands a bot. The left is everything a fetch tool or a reader connector returns: the served HTML. The right is what only appears when you click a toggle, switch country, or log in. On our benchmark target that hidden half is 43 of 65 facts, and it is exactly the half a competitor cares about: real pricing, plan limits, what's behind the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layers. One: the browser and human-in-the-loop layer on Steel. Two: the super-parser that clicks everything and walks past the login. Three: knowledge and API that turn observations into coverage, borders, prices and a feature matrix. The table is why Steel: proxies for per-country pricing, ten parallel sessions, the CAPTCHA and live-view handoff, credential injection to get past the login, and the session viewer so you can watch it. None of it exists for a fetch tool or a reader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is one button. Beat one, side by side: the counter climbs for every line fetch never saw. Beat two, borders: six browsers, three countries, prices in three currencies at once. Beat three, past the login: the walker stops at the wall, a teammate clears it in Steel's live view, and it reads the dashboard. A live Steel-usage trace names every browser, proxy and handoff as it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target, same 65 facts, same scoring. Periscope 63. The best frontier-agent setup, ChatGPT with browsing, 38, and only on the public half — it stopped at the anti-bot checkbox. A fetch tool and a reader connector, 22 and 21. The models were not the weak link; the access they were given to the page was. That is the gap Periscope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Periscope reads what every other tool can't. Thank you — happy to take questions, and the live demo is up right now if you want to point it at any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2240280"/>
            <a:ext cx="6309360" cy="6309360"/>
          </a:xfrm>
          <a:prstGeom prst="ellipse">
            <a:avLst/>
          </a:prstGeom>
          <a:ln w="12700">
            <a:solidFill>
              <a:srgbClr val="22D3EE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52460" y="2766060"/>
            <a:ext cx="5257800" cy="5257800"/>
          </a:xfrm>
          <a:prstGeom prst="ellipse">
            <a:avLst/>
          </a:prstGeom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3291840"/>
            <a:ext cx="4206240" cy="4206240"/>
          </a:xfrm>
          <a:prstGeom prst="ellipse">
            <a:avLst/>
          </a:prstGeom>
          <a:ln w="12700">
            <a:solidFill>
              <a:srgbClr val="22D3EE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04020" y="3817620"/>
            <a:ext cx="3154680" cy="3154680"/>
          </a:xfrm>
          <a:prstGeom prst="ellipse">
            <a:avLst/>
          </a:prstGeom>
          <a:ln w="12700">
            <a:solidFill>
              <a:srgbClr val="22D3EE">
                <a:alpha val="3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29800" y="4343400"/>
            <a:ext cx="2103120" cy="2103120"/>
          </a:xfrm>
          <a:prstGeom prst="ellipse">
            <a:avLst/>
          </a:prstGeom>
          <a:ln w="12700">
            <a:solidFill>
              <a:srgbClr val="22D3EE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55580" y="4869180"/>
            <a:ext cx="1051560" cy="1051560"/>
          </a:xfrm>
          <a:prstGeom prst="ellipse">
            <a:avLst/>
          </a:prstGeom>
          <a:ln w="12700">
            <a:solidFill>
              <a:srgbClr val="22D3EE">
                <a:alpha val="51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8745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200" kern="0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PERISCOPE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063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research tool reads what websites </a:t>
            </a:r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pPr indent="0" marL="0">
              <a:buNone/>
            </a:pPr>
            <a:r>
              <a:rPr lang="en-US" sz="2400" dirty="0">
                <a:solidFill>
                  <a:srgbClr val="93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6118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Periscope reads what they </a:t>
            </a:r>
            <a:pPr indent="0" marL="0">
              <a:buNone/>
            </a:pPr>
            <a:r>
              <a:rPr lang="en-US" sz="3000" b="1" dirty="0">
                <a:solidFill>
                  <a:srgbClr val="F0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</a:t>
            </a:r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Competitive intelligence super-parser  ·  built on Steel.dev cloud browsers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of the Schools  ·  Web Agents Track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website shows a human far more than it serves a bot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tools, reader connectors and browsing agents stop at the first paint. Everything behind a click, a country, or a login stays invisible.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41E33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3A4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 FETCH TOOL RETURNS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8892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and nav text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feature names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monthly price per plan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page copy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394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3A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of 65 facts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263640" y="20574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24141B"/>
          </a:solidFill>
          <a:ln w="12700">
            <a:solidFill>
              <a:srgbClr val="F055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55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THEY NEVER SEE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8892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✗"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prices behind the billing switch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✗"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compare-plans table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✗"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answers, tooltips, modals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✗"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by country (CA$ / US$ / EUR)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✗"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signed-in dashboard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5394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5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facts missed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Periscope is built on Steel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41E33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1B29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270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&amp; HUMAN-IN-THE-LOOP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28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sessions, proxies, CAPTCHA policy, live-view login handoff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98648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41E33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355848"/>
            <a:ext cx="502920" cy="502920"/>
          </a:xfrm>
          <a:prstGeom prst="ellipse">
            <a:avLst/>
          </a:prstGeom>
          <a:solidFill>
            <a:srgbClr val="1B29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09981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SUPER-PARSER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46557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reveal + walker: clicks every toggle, tab, modal, past the login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71416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41E33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928616"/>
            <a:ext cx="502920" cy="502920"/>
          </a:xfrm>
          <a:prstGeom prst="ellipse">
            <a:avLst/>
          </a:prstGeom>
          <a:solidFill>
            <a:srgbClr val="1B2942"/>
          </a:solidFill>
          <a:ln w="19050">
            <a:solidFill>
              <a:srgbClr val="F5B8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928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6725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5B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 &amp; API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3834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to coverage, borders, prices, feature matrix (Opus)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325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primitives that make it possible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37360"/>
          <a:ext cx="539496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331720"/>
                <a:gridCol w="1188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primitive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Unlocks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/ reader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Proxies + geo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3A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 per country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055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parallel sessions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3A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market in one run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055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CAPTCHA + live-view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3A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clears the wall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055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injection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3A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the login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055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9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viewer / replay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3A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Judges watch it live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055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6263640" y="58064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exist for a fetch tool or a reader API — that gap is the whole product.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three beats, eight browsers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on our dashboard launches three runs at once against a real SaaS. Every Steel browser streams live.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38728" cy="4160520"/>
          </a:xfrm>
          <a:prstGeom prst="roundRect">
            <a:avLst>
              <a:gd name="adj" fmla="val 2584"/>
            </a:avLst>
          </a:prstGeom>
          <a:solidFill>
            <a:srgbClr val="141E33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4290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pricing page. A counter climbs for every line fetch never returned — toggles, dropdowns, the compare table, the ROI iframe.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5532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Steel: 1 session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874520"/>
            <a:ext cx="3538728" cy="4160520"/>
          </a:xfrm>
          <a:prstGeom prst="roundRect">
            <a:avLst>
              <a:gd name="adj" fmla="val 2584"/>
            </a:avLst>
          </a:prstGeom>
          <a:solidFill>
            <a:srgbClr val="141E33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103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4290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page from Canada, the US and Germany, desktop and mobile. Six browsers tile live; CA$, US$ and euro prices come back side by side.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5532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Steel: 6 sessions + proxies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874520"/>
            <a:ext cx="3538728" cy="4160520"/>
          </a:xfrm>
          <a:prstGeom prst="roundRect">
            <a:avLst>
              <a:gd name="adj" fmla="val 2584"/>
            </a:avLst>
          </a:prstGeom>
          <a:solidFill>
            <a:srgbClr val="141E33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75904" y="2103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6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A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 THE LOGIN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34290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walker hits the login wall, a teammate clears it in the live view, and it crawls the dashboard no other tool reached.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5532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B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Steel: CAPTCHA + live-view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Benchmark: same target, same 65 facts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SaaS with 65 planted facts. Score = how many each approach actually delivers to the model.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65 facts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955280" y="182880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141E33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8388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51460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target: a SaaS we built with 65 planted facts, public and behind a login.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rubric, same substring scoring for all four approaches.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tool's material is read back by Claude Opus 4.8; it can only report what the tool delivered.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models weren't the weak link — the access they were given to the page was.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89404" y="-891540"/>
            <a:ext cx="8001000" cy="8001000"/>
          </a:xfrm>
          <a:prstGeom prst="ellipse">
            <a:avLst/>
          </a:prstGeom>
          <a:ln w="12700">
            <a:solidFill>
              <a:srgbClr val="22D3EE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60904" y="-320040"/>
            <a:ext cx="6858000" cy="6858000"/>
          </a:xfrm>
          <a:prstGeom prst="ellipse">
            <a:avLst/>
          </a:prstGeom>
          <a:ln w="12700">
            <a:solidFill>
              <a:srgbClr val="22D3EE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32404" y="251460"/>
            <a:ext cx="5715000" cy="5715000"/>
          </a:xfrm>
          <a:prstGeom prst="ellipse">
            <a:avLst/>
          </a:prstGeom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03904" y="822960"/>
            <a:ext cx="4572000" cy="4572000"/>
          </a:xfrm>
          <a:prstGeom prst="ellipse">
            <a:avLst/>
          </a:prstGeom>
          <a:ln w="12700">
            <a:solidFill>
              <a:srgbClr val="22D3EE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75404" y="1394460"/>
            <a:ext cx="3429000" cy="3429000"/>
          </a:xfrm>
          <a:prstGeom prst="ellipse">
            <a:avLst/>
          </a:prstGeom>
          <a:ln w="12700">
            <a:solidFill>
              <a:srgbClr val="22D3EE">
                <a:alpha val="3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46904" y="1965960"/>
            <a:ext cx="2286000" cy="2286000"/>
          </a:xfrm>
          <a:prstGeom prst="ellipse">
            <a:avLst/>
          </a:prstGeom>
          <a:ln w="12700">
            <a:solidFill>
              <a:srgbClr val="22D3EE">
                <a:alpha val="4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18404" y="2537460"/>
            <a:ext cx="1143000" cy="1143000"/>
          </a:xfrm>
          <a:prstGeom prst="ellipse">
            <a:avLst/>
          </a:prstGeom>
          <a:ln w="12700">
            <a:solidFill>
              <a:srgbClr val="22D3EE">
                <a:alpha val="51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48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200" kern="0" dirty="0">
                <a:solidFill>
                  <a:srgbClr val="EA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PERISCOPE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3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what every other tool </a:t>
            </a:r>
            <a:pPr algn="ctr" indent="0" marL="0">
              <a:buNone/>
            </a:pPr>
            <a:r>
              <a:rPr lang="en-US" sz="2400" b="1" dirty="0">
                <a:solidFill>
                  <a:srgbClr val="F0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</a:t>
            </a:r>
            <a:pPr algn="ctr" indent="0" marL="0">
              <a:buNone/>
            </a:pPr>
            <a:r>
              <a:rPr lang="en-US" sz="2400" dirty="0">
                <a:solidFill>
                  <a:srgbClr val="93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devpost.com/software/deepspy      ·      github.com/MightyTMZ/periscope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Periscope</dc:title>
  <dc:subject>PptxGenJS Presentation</dc:subject>
  <dc:creator>Team Periscope</dc:creator>
  <cp:lastModifiedBy>Team Periscope</cp:lastModifiedBy>
  <cp:revision>1</cp:revision>
  <dcterms:created xsi:type="dcterms:W3CDTF">2026-09-13T16:51:00Z</dcterms:created>
  <dcterms:modified xsi:type="dcterms:W3CDTF">2026-09-13T16:51:00Z</dcterms:modified>
</cp:coreProperties>
</file>